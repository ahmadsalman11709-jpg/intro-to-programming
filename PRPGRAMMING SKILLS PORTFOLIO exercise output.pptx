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7568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731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911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921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1128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1055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316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0526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926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604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573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0039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1921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3749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96318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38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A50FA-5013-402D-9831-CA866DE2E475}" type="datetimeFigureOut">
              <a:rPr lang="en-AE" smtClean="0"/>
              <a:t>04/11/2025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E67BAE-EF51-46C6-BC0C-CC42C496FB7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7870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3EBC-F63F-47FC-940F-ECEC6A195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008094"/>
            <a:ext cx="7766936" cy="2042742"/>
          </a:xfrm>
        </p:spPr>
        <p:txBody>
          <a:bodyPr/>
          <a:lstStyle/>
          <a:p>
            <a:pPr algn="ctr"/>
            <a:r>
              <a:rPr lang="en-US" sz="4400" dirty="0"/>
              <a:t>PRPGRAMMING SKILLS PORTFOLIO</a:t>
            </a:r>
            <a:br>
              <a:rPr lang="en-US" sz="4400" dirty="0"/>
            </a:br>
            <a:r>
              <a:rPr lang="en-US" sz="4400" dirty="0"/>
              <a:t>(EXERCISES OUTPUT)</a:t>
            </a:r>
            <a:endParaRPr lang="en-A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6A8B3-EC8F-4162-9BA6-BD1C4B7F5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By-Ahmad Salman khan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7815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9F980-89D4-4090-B3EB-6CACBB23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513"/>
            <a:ext cx="12144668" cy="3173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169967-2DF2-4A1E-893E-4B06F6F8C46A}"/>
              </a:ext>
            </a:extLst>
          </p:cNvPr>
          <p:cNvSpPr txBox="1"/>
          <p:nvPr/>
        </p:nvSpPr>
        <p:spPr>
          <a:xfrm>
            <a:off x="116541" y="161365"/>
            <a:ext cx="597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1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91824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5D3653-9DA6-4BE6-9D5C-516D76C3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190"/>
            <a:ext cx="12212041" cy="2399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7555E-74CF-4378-B365-6601D8998283}"/>
              </a:ext>
            </a:extLst>
          </p:cNvPr>
          <p:cNvSpPr txBox="1"/>
          <p:nvPr/>
        </p:nvSpPr>
        <p:spPr>
          <a:xfrm>
            <a:off x="0" y="215153"/>
            <a:ext cx="464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2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6882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0" y="313766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3 BASIC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4F85A-C6FA-43AC-8FED-656B8DA61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869"/>
            <a:ext cx="12192000" cy="16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9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3 ADVANCE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B6460-550B-42A0-8241-BC0171E677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26"/>
          <a:stretch/>
        </p:blipFill>
        <p:spPr>
          <a:xfrm>
            <a:off x="0" y="995081"/>
            <a:ext cx="12192000" cy="25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4 BASIC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5EED7-1463-4F48-BF20-C5DD4E3B1A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22"/>
          <a:stretch/>
        </p:blipFill>
        <p:spPr>
          <a:xfrm>
            <a:off x="-1" y="963901"/>
            <a:ext cx="12203771" cy="272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2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4 ADVANCE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CA99A-E0E5-474C-A589-3B53D6FF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793"/>
            <a:ext cx="12192000" cy="587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0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5 BASIC AND ADVANCE COMBINED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7B744-A3C1-4D96-BE7C-18438E65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714"/>
            <a:ext cx="12069271" cy="171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0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6 BASIC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6E6E9-307E-4B45-913D-D6DBDE345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007"/>
            <a:ext cx="12179203" cy="15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8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6 ADVANCE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E38E1-E1B9-4970-9184-6211D25E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" y="891881"/>
            <a:ext cx="12168998" cy="388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9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7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6A65B-9F4E-4AE8-B16E-4F586318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316"/>
            <a:ext cx="12192000" cy="574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3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8 BASIC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0704-2604-48AB-8D54-1BF48964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424"/>
            <a:ext cx="12208283" cy="8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59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8 ADVANCE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AE36C-DF3C-42AB-B001-6478C3DA8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52957"/>
            <a:ext cx="12152225" cy="123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2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9 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A6A95-1C61-43F1-8369-8E0F63E9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373"/>
            <a:ext cx="12275800" cy="87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38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4D00-4A0B-4ED2-A3D0-FB3097310A07}"/>
              </a:ext>
            </a:extLst>
          </p:cNvPr>
          <p:cNvSpPr txBox="1"/>
          <p:nvPr/>
        </p:nvSpPr>
        <p:spPr>
          <a:xfrm>
            <a:off x="152400" y="367553"/>
            <a:ext cx="788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10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D2A0F-1191-4CEE-AB37-5A408A7E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096"/>
            <a:ext cx="12190148" cy="112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165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4714</TotalTime>
  <Words>51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PRPGRAMMING SKILLS PORTFOLIO (EXERCISES OUTPUT)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PRPGRAMMING SKILLS PORTFOLIO (EXERCISES OUTPUT)</dc:title>
  <dc:creator>user</dc:creator>
  <cp:lastModifiedBy>user</cp:lastModifiedBy>
  <cp:revision>8</cp:revision>
  <dcterms:created xsi:type="dcterms:W3CDTF">2025-10-30T11:13:27Z</dcterms:created>
  <dcterms:modified xsi:type="dcterms:W3CDTF">2025-11-04T18:22:03Z</dcterms:modified>
</cp:coreProperties>
</file>